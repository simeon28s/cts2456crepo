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0681-FABC-1EAE-B991-9ABB2E7C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22E6-D84F-0282-3CB3-4075AAB49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B80E7-B251-77ED-7EC4-62670B02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7EA4-E2E4-011A-314F-308A5799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2904-B368-5838-225A-9A5AE481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75B8-C697-DAA5-35BF-A5D6E294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899B-1BAB-EF79-C333-01995B40C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3A574-EBBB-E77F-AF6D-57AB969C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3056C-A4FD-0F41-6E9C-0A0C915C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651D0-19B3-B249-0BC3-04B67805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2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6307-C853-2E24-F796-02368C17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5005A-E40E-3EAE-C834-F8A079444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962A-CDC1-33B5-2541-4FB77BBA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3E35-D2CC-549B-15F7-47D9EF16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39A89-EC11-0D7D-42B7-214363FC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1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8A1BE-9E07-A7B9-802F-4AF0C4F7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B688-4BFF-DBCB-F265-B13C91A7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54622-9A25-30F8-DD7B-40F078C78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B4276-B35D-CF7F-EB59-29F278F7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05B94-2282-A338-BC33-0B30468B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8B2AC-7321-2072-320F-42BCA539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0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C56D-820F-02C5-F416-B4B8F600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4CED4-5612-DC22-7688-CC6FC03A6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2DCC9-0F56-EF1E-DC7F-3B4701FD9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49ED6-08F5-3594-4793-C472532F7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67C7F-C5B8-587A-8FD1-D3DDF5F10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98F85-A269-201C-D6B0-928BC221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4DAC9-E50A-9B15-73BD-4713D63D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F4C98-43F5-7C88-681C-53094E15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7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193F-E3D3-8A5C-8128-4B948501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06D94-A0E1-EB36-7041-89B18415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F7ED2-A0CE-D735-D0B8-6C7301077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114AC-90DF-5F22-68CF-7C1C250B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0E6E7-6290-A514-46DC-EF122582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AF5D-EB33-1204-071B-3AD9D402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3E12E-5BE3-AA51-4B51-0FD0C349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8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A393-926B-CC45-C3E7-8D363D30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EE0E-C7D3-60C6-B2F2-A934E4DC5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45CE7-6E6D-1B29-3972-DA7DFB3DB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FE997-5EEA-57B8-AEED-3ECDD633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2F128-19E9-C27D-FF48-D31A8C97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06CE3-E6F4-7193-CFC5-A54A087C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F51E-CD30-DD39-5D72-82D0BE6A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D25CC-7126-1F76-C8B1-091D87AA1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87FD6-D106-A8FD-02A1-CC1633800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702B3-9EE0-3D49-7C54-93FA61D9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88499-AE70-98D7-4628-241A501F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1639E-99E0-58B1-018C-F1E78F2D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1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A970-3E48-9356-A20C-BEA165CB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1AD6F-AD1F-74CE-5B2D-9D9BBD88E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F1C1-84EE-C02D-313B-BAB16885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A3E0-CDD8-0C63-0DAA-BC1E10A3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60488-F538-43A6-AC5D-50EE788F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2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35D08-CC4D-55D9-7CB2-F9556F494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33E41-69D0-31FC-24D4-3DBD845E7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71299-3DDD-E17D-A38B-3342AE83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C8775-4772-2621-BDF5-F4654F2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B8A5-BEA3-D3CC-7318-3A43B5FC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0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E504C-0AED-0AC5-760E-2BE03754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81D5A-4CCF-120A-8670-C92437729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6C25F-9AB9-C54E-4E98-AAF4DE217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B5CA3-C62B-460F-8C0A-2443501A19E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01EE-1A15-D732-4215-EA49FB638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27225-B505-6EC1-0998-BE3179FA2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83B57-D035-47F4-B321-5192B1B34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9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0633-EC2E-25A2-CC2B-1F19316B82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683D8-67DF-5103-963E-0BB1B8247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Simeon Sipes</a:t>
            </a:r>
          </a:p>
          <a:p>
            <a:r>
              <a:rPr lang="en-US" dirty="0"/>
              <a:t>08/31/25</a:t>
            </a:r>
          </a:p>
        </p:txBody>
      </p:sp>
    </p:spTree>
    <p:extLst>
      <p:ext uri="{BB962C8B-B14F-4D97-AF65-F5344CB8AC3E}">
        <p14:creationId xmlns:p14="http://schemas.microsoft.com/office/powerpoint/2010/main" val="195614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537F-2CCA-2BE2-DDB3-7B4A4D12F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table&#10;&#10;AI-generated content may be incorrect.">
            <a:extLst>
              <a:ext uri="{FF2B5EF4-FFF2-40B4-BE49-F238E27FC236}">
                <a16:creationId xmlns:a16="http://schemas.microsoft.com/office/drawing/2014/main" id="{3FE6AEEE-21FD-ADE9-38E6-047F32927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11" y="1552575"/>
            <a:ext cx="7691508" cy="3933825"/>
          </a:xfrm>
        </p:spPr>
      </p:pic>
    </p:spTree>
    <p:extLst>
      <p:ext uri="{BB962C8B-B14F-4D97-AF65-F5344CB8AC3E}">
        <p14:creationId xmlns:p14="http://schemas.microsoft.com/office/powerpoint/2010/main" val="423371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A7AD-F434-321A-CABD-FF517689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F57C71-5BA1-39C6-B799-C91BAAAC1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0" y="585961"/>
            <a:ext cx="8943975" cy="5591002"/>
          </a:xfrm>
        </p:spPr>
      </p:pic>
    </p:spTree>
    <p:extLst>
      <p:ext uri="{BB962C8B-B14F-4D97-AF65-F5344CB8AC3E}">
        <p14:creationId xmlns:p14="http://schemas.microsoft.com/office/powerpoint/2010/main" val="268844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BDB3-AA4C-853A-381E-58C2B63D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AC665C-0846-28FE-5619-C77EE3C3D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55" y="2695575"/>
            <a:ext cx="6114847" cy="2800350"/>
          </a:xfrm>
        </p:spPr>
      </p:pic>
    </p:spTree>
    <p:extLst>
      <p:ext uri="{BB962C8B-B14F-4D97-AF65-F5344CB8AC3E}">
        <p14:creationId xmlns:p14="http://schemas.microsoft.com/office/powerpoint/2010/main" val="192730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Sipes</dc:creator>
  <cp:lastModifiedBy>Simeon Sipes</cp:lastModifiedBy>
  <cp:revision>1</cp:revision>
  <dcterms:created xsi:type="dcterms:W3CDTF">2025-09-02T00:05:18Z</dcterms:created>
  <dcterms:modified xsi:type="dcterms:W3CDTF">2025-09-02T00:30:31Z</dcterms:modified>
</cp:coreProperties>
</file>